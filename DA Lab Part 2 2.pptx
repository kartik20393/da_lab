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6AC55-B9E6-325E-0593-807F7CC506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B82550-5F92-602A-A1E7-4A67BB013D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4DEA60-1B98-2BCE-E173-A5E99890F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6DE39-B0D7-469F-BF5A-4A0421BD13C2}" type="datetimeFigureOut">
              <a:rPr lang="en-IN" smtClean="0"/>
              <a:t>20-12-2024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1154AD-2A00-67A8-8DEA-A2743E482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988D51-1C7E-90F8-85E2-3502CF95F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447F0-6D5E-4F0F-938F-3B0CE3D533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8185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D4B18-7C57-3589-E0BC-C9FF59EC1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93A495-9AFB-25AE-FAD1-A7C08A6504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8E4815-3A3A-F523-31EF-926B94BC1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6DE39-B0D7-469F-BF5A-4A0421BD13C2}" type="datetimeFigureOut">
              <a:rPr lang="en-IN" smtClean="0"/>
              <a:t>20-12-2024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25457E-00B9-2A34-07D9-88F44955E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4849FB-2C01-FB74-943A-37301C689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447F0-6D5E-4F0F-938F-3B0CE3D533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9103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F2924-0B5A-920A-AA82-68ACA6B20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C8CDE4-4FDE-2516-2000-EDED28513A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553CEE-6779-8C16-F633-4EC6D6670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6DE39-B0D7-469F-BF5A-4A0421BD13C2}" type="datetimeFigureOut">
              <a:rPr lang="en-IN" smtClean="0"/>
              <a:t>20-12-2024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80FC7-8D49-A4DC-B37D-25011B4AE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0CCE97-E307-52C7-D41B-1FA533851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447F0-6D5E-4F0F-938F-3B0CE3D533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0019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33004-F35D-5C13-BC63-C2514B7B9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D85FAB-675D-02C0-9D0D-C582B8C7F5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DBD930-2C5B-44A7-2D34-E93DA746B7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4DBEE3-4E55-6A57-E427-05B167DE0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6DE39-B0D7-469F-BF5A-4A0421BD13C2}" type="datetimeFigureOut">
              <a:rPr lang="en-IN" smtClean="0"/>
              <a:t>20-12-2024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13E4B4-DE38-98F8-5852-84EDCC1FB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3B1886-5D80-6F64-62FC-0B6CCD498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447F0-6D5E-4F0F-938F-3B0CE3D533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2417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CB6BD-30CC-2EB4-1318-C2A9F0E0C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934746-EFA3-A723-0679-F0ECD432E4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07563E-25C6-779F-5EF8-9F79DE92CE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2777C3-4E1A-9EA6-BA01-373CBE0C94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463A3E-60AD-4B9B-F2C7-3D39E1FD7C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5DE85F-E7E2-8D67-FE37-B3690C91A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6DE39-B0D7-469F-BF5A-4A0421BD13C2}" type="datetimeFigureOut">
              <a:rPr lang="en-IN" smtClean="0"/>
              <a:t>20-12-2024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4B1D55-A1FC-9AAE-A506-98B6EE0EE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22BA34-BDE1-B1C6-A4C1-F0BC03803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447F0-6D5E-4F0F-938F-3B0CE3D533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9796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FE16E-ED55-007A-2109-13330CBA5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CC2C12-4BF9-DBA9-1796-34D548604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6DE39-B0D7-469F-BF5A-4A0421BD13C2}" type="datetimeFigureOut">
              <a:rPr lang="en-IN" smtClean="0"/>
              <a:t>20-12-2024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4A945B-1874-615B-9BB3-2A70EC133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069D13-8AC1-2C47-BBE4-0EA58B50D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447F0-6D5E-4F0F-938F-3B0CE3D533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050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D069DB-AE39-EC4B-0014-CF5D1BADA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6DE39-B0D7-469F-BF5A-4A0421BD13C2}" type="datetimeFigureOut">
              <a:rPr lang="en-IN" smtClean="0"/>
              <a:t>20-12-2024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CAF3D2-B87D-1399-830E-E2CBE91B8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1C09A2-29B2-2246-9CB3-B460E699F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447F0-6D5E-4F0F-938F-3B0CE3D533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312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1BB6A-3A89-C001-95BB-2D6FD9C00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D2F28D-5024-05F5-8E9B-8E1393E9E4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2E547D-284B-E7D7-D6E2-E1DE749E13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4EE180-9351-71BB-0953-5011E57E6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6DE39-B0D7-469F-BF5A-4A0421BD13C2}" type="datetimeFigureOut">
              <a:rPr lang="en-IN" smtClean="0"/>
              <a:t>20-12-2024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23DE1A-4BA5-002C-69BC-C8DAE5AE8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28FB03-D413-EA67-1E42-7A50D0953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447F0-6D5E-4F0F-938F-3B0CE3D533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993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698B5-F6AB-E3EE-4DA0-5796DC2C4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5D218F-E9B8-4D74-38B6-4118F1A34E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85557E-6DDA-F867-70A9-50B80D3CF8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914397-5E7C-6963-D15D-4B53F2858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6DE39-B0D7-469F-BF5A-4A0421BD13C2}" type="datetimeFigureOut">
              <a:rPr lang="en-IN" smtClean="0"/>
              <a:t>20-12-2024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F752FD-6312-F220-B869-99E3C48D1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85A9A6-3E99-BD40-D132-B95ECE4AF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447F0-6D5E-4F0F-938F-3B0CE3D533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1326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3FA9E-50F7-E911-4C10-5919E2427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6AB181-0914-2D4E-D2C1-261DBAD368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D609D5-C6D6-23A7-E9D8-280842EAD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6DE39-B0D7-469F-BF5A-4A0421BD13C2}" type="datetimeFigureOut">
              <a:rPr lang="en-IN" smtClean="0"/>
              <a:t>20-12-2024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B97797-0912-90EC-8A69-6A5DC656C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5B57AB-EAED-4FC9-B376-E705B21BF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447F0-6D5E-4F0F-938F-3B0CE3D533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7983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77A340-DC6A-6904-08E8-580FF5DDB5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2F6436-E6A7-4E3E-E041-58B7331EED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5C2843-2CE5-18CC-01AF-8AB321783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6DE39-B0D7-469F-BF5A-4A0421BD13C2}" type="datetimeFigureOut">
              <a:rPr lang="en-IN" smtClean="0"/>
              <a:t>20-12-2024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17CC95-D988-4BA5-E789-A4A944236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B7F31B-C285-2FCE-6179-BB56BEFA5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447F0-6D5E-4F0F-938F-3B0CE3D533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2791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437BBE-5A2F-4C53-416F-ABA5BA528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5C6F49-6B56-0F0D-B30C-E9F798AF15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4EA395-9390-3647-D76A-FA6EEDC089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46DE39-B0D7-469F-BF5A-4A0421BD13C2}" type="datetimeFigureOut">
              <a:rPr lang="en-IN" smtClean="0"/>
              <a:t>20-12-2024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105274-C593-C10C-9F28-FDF0FFDC81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7E4907-9E5E-2FEF-74FA-02E59B7D2E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D447F0-6D5E-4F0F-938F-3B0CE3D533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0390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2C9A7-D3D5-A9A8-2AB1-F20DE4D6C7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 LAB PYTHON 2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052954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E14C5-681F-3FCB-A5C5-722D97AAB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t-Test: one sample, two independent samples and Paired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4D3AFF-3EE0-673A-AA34-D094F9FD46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1728"/>
            <a:ext cx="10515600" cy="5686769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b="1" dirty="0"/>
              <a:t>from </a:t>
            </a:r>
            <a:r>
              <a:rPr lang="en-IN" b="1" dirty="0" err="1"/>
              <a:t>scipy.stats</a:t>
            </a:r>
            <a:r>
              <a:rPr lang="en-IN" b="1" dirty="0"/>
              <a:t> import </a:t>
            </a:r>
            <a:r>
              <a:rPr lang="en-IN" b="1" dirty="0" err="1"/>
              <a:t>ttest_ind</a:t>
            </a:r>
            <a:r>
              <a:rPr lang="en-IN" b="1" dirty="0"/>
              <a:t> </a:t>
            </a:r>
          </a:p>
          <a:p>
            <a:pPr marL="0" indent="0">
              <a:buNone/>
            </a:pPr>
            <a:r>
              <a:rPr lang="en-IN" b="1" dirty="0"/>
              <a:t>import pandas as pd</a:t>
            </a:r>
          </a:p>
          <a:p>
            <a:pPr marL="0" indent="0">
              <a:buNone/>
            </a:pPr>
            <a:r>
              <a:rPr lang="en-IN" b="1" dirty="0" err="1"/>
              <a:t>df</a:t>
            </a:r>
            <a:r>
              <a:rPr lang="en-IN" b="1" dirty="0"/>
              <a:t> = </a:t>
            </a:r>
            <a:r>
              <a:rPr lang="en-IN" b="1" dirty="0" err="1"/>
              <a:t>pd.read_csv</a:t>
            </a:r>
            <a:r>
              <a:rPr lang="en-IN" b="1" dirty="0"/>
              <a:t>('D:/EDU/DA </a:t>
            </a:r>
            <a:r>
              <a:rPr lang="en-IN" b="1" dirty="0" err="1"/>
              <a:t>LAb</a:t>
            </a:r>
            <a:r>
              <a:rPr lang="en-IN" b="1" dirty="0"/>
              <a:t>/StudentsPerformance.csv')</a:t>
            </a:r>
          </a:p>
          <a:p>
            <a:pPr marL="0" indent="0">
              <a:buNone/>
            </a:pPr>
            <a:r>
              <a:rPr lang="en-IN" b="1" dirty="0" err="1"/>
              <a:t>male_scores</a:t>
            </a:r>
            <a:r>
              <a:rPr lang="en-IN" b="1" dirty="0"/>
              <a:t> = </a:t>
            </a:r>
            <a:r>
              <a:rPr lang="en-IN" b="1" dirty="0" err="1"/>
              <a:t>df</a:t>
            </a:r>
            <a:r>
              <a:rPr lang="en-IN" b="1" dirty="0"/>
              <a:t>[</a:t>
            </a:r>
            <a:r>
              <a:rPr lang="en-IN" b="1" dirty="0" err="1"/>
              <a:t>df</a:t>
            </a:r>
            <a:r>
              <a:rPr lang="en-IN" b="1" dirty="0"/>
              <a:t>['gender'] == 'male']['math score'] </a:t>
            </a:r>
          </a:p>
          <a:p>
            <a:pPr marL="0" indent="0">
              <a:buNone/>
            </a:pPr>
            <a:r>
              <a:rPr lang="en-IN" b="1" dirty="0"/>
              <a:t>print("Separate data for male students:")</a:t>
            </a:r>
          </a:p>
          <a:p>
            <a:pPr marL="0" indent="0">
              <a:buNone/>
            </a:pPr>
            <a:r>
              <a:rPr lang="en-IN" b="1" dirty="0"/>
              <a:t>print(</a:t>
            </a:r>
            <a:r>
              <a:rPr lang="en-IN" b="1" dirty="0" err="1"/>
              <a:t>male_scores</a:t>
            </a:r>
            <a:r>
              <a:rPr lang="en-IN" b="1" dirty="0"/>
              <a:t>)</a:t>
            </a:r>
          </a:p>
          <a:p>
            <a:pPr marL="0" indent="0">
              <a:buNone/>
            </a:pPr>
            <a:r>
              <a:rPr lang="en-IN" b="1" dirty="0" err="1"/>
              <a:t>female_scores</a:t>
            </a:r>
            <a:r>
              <a:rPr lang="en-IN" b="1" dirty="0"/>
              <a:t> = </a:t>
            </a:r>
            <a:r>
              <a:rPr lang="en-IN" b="1" dirty="0" err="1"/>
              <a:t>df</a:t>
            </a:r>
            <a:r>
              <a:rPr lang="en-IN" b="1" dirty="0"/>
              <a:t>[</a:t>
            </a:r>
            <a:r>
              <a:rPr lang="en-IN" b="1" dirty="0" err="1"/>
              <a:t>df</a:t>
            </a:r>
            <a:r>
              <a:rPr lang="en-IN" b="1" dirty="0"/>
              <a:t>['gender'] == 'female']['math score'] </a:t>
            </a:r>
          </a:p>
          <a:p>
            <a:pPr marL="0" indent="0">
              <a:buNone/>
            </a:pPr>
            <a:r>
              <a:rPr lang="en-IN" b="1" dirty="0"/>
              <a:t>print("Separate data for female students")</a:t>
            </a:r>
          </a:p>
          <a:p>
            <a:pPr marL="0" indent="0">
              <a:buNone/>
            </a:pPr>
            <a:r>
              <a:rPr lang="en-IN" b="1" dirty="0"/>
              <a:t>print(</a:t>
            </a:r>
            <a:r>
              <a:rPr lang="en-IN" b="1" dirty="0" err="1"/>
              <a:t>female_scores</a:t>
            </a:r>
            <a:r>
              <a:rPr lang="en-IN" b="1" dirty="0"/>
              <a:t>)</a:t>
            </a:r>
          </a:p>
          <a:p>
            <a:pPr marL="0" indent="0">
              <a:buNone/>
            </a:pPr>
            <a:r>
              <a:rPr lang="en-IN" b="1" dirty="0" err="1"/>
              <a:t>t_statistic</a:t>
            </a:r>
            <a:r>
              <a:rPr lang="en-IN" b="1" dirty="0"/>
              <a:t>, </a:t>
            </a:r>
            <a:r>
              <a:rPr lang="en-IN" b="1" dirty="0" err="1"/>
              <a:t>p_value</a:t>
            </a:r>
            <a:r>
              <a:rPr lang="en-IN" b="1" dirty="0"/>
              <a:t> = </a:t>
            </a:r>
            <a:r>
              <a:rPr lang="en-IN" b="1" dirty="0" err="1"/>
              <a:t>ttest_ind</a:t>
            </a:r>
            <a:r>
              <a:rPr lang="en-IN" b="1" dirty="0"/>
              <a:t>(</a:t>
            </a:r>
            <a:r>
              <a:rPr lang="en-IN" b="1" dirty="0" err="1"/>
              <a:t>male_scores</a:t>
            </a:r>
            <a:r>
              <a:rPr lang="en-IN" b="1" dirty="0"/>
              <a:t>, </a:t>
            </a:r>
            <a:r>
              <a:rPr lang="en-IN" b="1" dirty="0" err="1"/>
              <a:t>female_scores</a:t>
            </a:r>
            <a:r>
              <a:rPr lang="en-IN" b="1" dirty="0"/>
              <a:t>)</a:t>
            </a:r>
          </a:p>
          <a:p>
            <a:pPr marL="0" indent="0">
              <a:buNone/>
            </a:pPr>
            <a:r>
              <a:rPr lang="en-IN" b="1" dirty="0"/>
              <a:t>print(</a:t>
            </a:r>
            <a:r>
              <a:rPr lang="en-IN" b="1" dirty="0" err="1"/>
              <a:t>f'T</a:t>
            </a:r>
            <a:r>
              <a:rPr lang="en-IN" b="1" dirty="0"/>
              <a:t>-Statistic: {</a:t>
            </a:r>
            <a:r>
              <a:rPr lang="en-IN" b="1" dirty="0" err="1"/>
              <a:t>t_statistic</a:t>
            </a:r>
            <a:r>
              <a:rPr lang="en-IN" b="1" dirty="0"/>
              <a:t>}') </a:t>
            </a:r>
          </a:p>
          <a:p>
            <a:pPr marL="0" indent="0">
              <a:buNone/>
            </a:pPr>
            <a:r>
              <a:rPr lang="en-IN" b="1" dirty="0"/>
              <a:t>print(</a:t>
            </a:r>
            <a:r>
              <a:rPr lang="en-IN" b="1" dirty="0" err="1"/>
              <a:t>f'P</a:t>
            </a:r>
            <a:r>
              <a:rPr lang="en-IN" b="1" dirty="0"/>
              <a:t>-Value: {</a:t>
            </a:r>
            <a:r>
              <a:rPr lang="en-IN" b="1" dirty="0" err="1"/>
              <a:t>p_value</a:t>
            </a:r>
            <a:r>
              <a:rPr lang="en-IN" b="1" dirty="0"/>
              <a:t>}')</a:t>
            </a:r>
          </a:p>
          <a:p>
            <a:pPr marL="0" indent="0">
              <a:buNone/>
            </a:pPr>
            <a:r>
              <a:rPr lang="en-IN" b="1" dirty="0"/>
              <a:t>alpha = 0.05 </a:t>
            </a:r>
          </a:p>
          <a:p>
            <a:pPr marL="0" indent="0">
              <a:buNone/>
            </a:pPr>
            <a:r>
              <a:rPr lang="en-IN" b="1" dirty="0"/>
              <a:t>if </a:t>
            </a:r>
            <a:r>
              <a:rPr lang="en-IN" b="1" dirty="0" err="1"/>
              <a:t>p_value</a:t>
            </a:r>
            <a:r>
              <a:rPr lang="en-IN" b="1" dirty="0"/>
              <a:t> &lt; alpha:</a:t>
            </a:r>
          </a:p>
          <a:p>
            <a:pPr marL="0" indent="0">
              <a:buNone/>
            </a:pPr>
            <a:r>
              <a:rPr lang="en-IN" b="1" dirty="0"/>
              <a:t>    print("There is a significant difference in math scores between male and female students.") </a:t>
            </a:r>
          </a:p>
          <a:p>
            <a:pPr marL="0" indent="0">
              <a:buNone/>
            </a:pPr>
            <a:r>
              <a:rPr lang="en-IN" b="1" dirty="0"/>
              <a:t>else:</a:t>
            </a:r>
          </a:p>
          <a:p>
            <a:pPr marL="0" indent="0">
              <a:buNone/>
            </a:pPr>
            <a:r>
              <a:rPr lang="en-IN" b="1" dirty="0"/>
              <a:t>    print("There is no significant difference in math scores between male and female students.")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71704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9C4EB-9429-DB7E-2D1D-033AA002D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t-Test: one sample, two independent samples and Paired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E1A40A-61A3-ACCB-BC8A-10EE3B3E2D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from </a:t>
            </a:r>
            <a:r>
              <a:rPr lang="en-US" b="1" dirty="0" err="1"/>
              <a:t>scipy.stats</a:t>
            </a:r>
            <a:r>
              <a:rPr lang="en-US" b="1" dirty="0"/>
              <a:t> import </a:t>
            </a:r>
            <a:r>
              <a:rPr lang="en-US" b="1" dirty="0" err="1"/>
              <a:t>ttest_ind</a:t>
            </a:r>
            <a:r>
              <a:rPr lang="en-US" b="1" dirty="0"/>
              <a:t> </a:t>
            </a:r>
          </a:p>
          <a:p>
            <a:pPr marL="0" indent="0">
              <a:buNone/>
            </a:pPr>
            <a:r>
              <a:rPr lang="en-US" dirty="0"/>
              <a:t>This line imports a function called </a:t>
            </a:r>
            <a:r>
              <a:rPr lang="en-US" dirty="0" err="1"/>
              <a:t>ttest_ind</a:t>
            </a:r>
            <a:r>
              <a:rPr lang="en-US" dirty="0"/>
              <a:t> from the </a:t>
            </a:r>
            <a:r>
              <a:rPr lang="en-US" dirty="0" err="1"/>
              <a:t>scipy.stats</a:t>
            </a:r>
            <a:r>
              <a:rPr lang="en-US" dirty="0"/>
              <a:t> library. This function is used to perform a statistical test called the independent t-test, which compares the means of two groups.</a:t>
            </a:r>
          </a:p>
          <a:p>
            <a:pPr marL="0" indent="0">
              <a:buNone/>
            </a:pPr>
            <a:r>
              <a:rPr lang="en-US" b="1" dirty="0"/>
              <a:t>import pandas as pd</a:t>
            </a:r>
          </a:p>
          <a:p>
            <a:pPr marL="0" indent="0">
              <a:buNone/>
            </a:pPr>
            <a:r>
              <a:rPr lang="en-US" dirty="0"/>
              <a:t>This line imports the panda's library and gives it the nickname pd. Pandas is a library used for data manipulation and analysis, especially with tabular data.</a:t>
            </a:r>
          </a:p>
          <a:p>
            <a:pPr marL="0" indent="0">
              <a:buNone/>
            </a:pPr>
            <a:r>
              <a:rPr lang="en-US" b="1" dirty="0" err="1"/>
              <a:t>df</a:t>
            </a:r>
            <a:r>
              <a:rPr lang="en-US" b="1" dirty="0"/>
              <a:t> = </a:t>
            </a:r>
            <a:r>
              <a:rPr lang="en-US" b="1" dirty="0" err="1"/>
              <a:t>pd.read_csv</a:t>
            </a:r>
            <a:r>
              <a:rPr lang="en-US" b="1" dirty="0"/>
              <a:t>('D:/EDU/DA </a:t>
            </a:r>
            <a:r>
              <a:rPr lang="en-US" b="1" dirty="0" err="1"/>
              <a:t>LAb</a:t>
            </a:r>
            <a:r>
              <a:rPr lang="en-US" b="1" dirty="0"/>
              <a:t>/StudentsPerformance.csv')</a:t>
            </a:r>
          </a:p>
          <a:p>
            <a:pPr marL="0" indent="0">
              <a:buNone/>
            </a:pPr>
            <a:r>
              <a:rPr lang="en-US" dirty="0"/>
              <a:t>This line reads a CSV file (which is a type of text file used to store tabular data) located at the specified path ('D:/EDU/</a:t>
            </a:r>
            <a:r>
              <a:rPr lang="en-US" dirty="0" err="1"/>
              <a:t>DALAb</a:t>
            </a:r>
            <a:r>
              <a:rPr lang="en-US" dirty="0"/>
              <a:t>/StudentsPerformance.csv') and loads it into a </a:t>
            </a:r>
            <a:r>
              <a:rPr lang="en-US" dirty="0" err="1"/>
              <a:t>DataFrame</a:t>
            </a:r>
            <a:r>
              <a:rPr lang="en-US" dirty="0"/>
              <a:t> called </a:t>
            </a:r>
            <a:r>
              <a:rPr lang="en-US" dirty="0" err="1"/>
              <a:t>df</a:t>
            </a:r>
            <a:r>
              <a:rPr lang="en-US" dirty="0"/>
              <a:t>. A </a:t>
            </a:r>
            <a:r>
              <a:rPr lang="en-US" dirty="0" err="1"/>
              <a:t>DataFrame</a:t>
            </a:r>
            <a:r>
              <a:rPr lang="en-US" dirty="0"/>
              <a:t> is a special data structure in pandas that makes it easy to work with data in table form.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2876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49384-F4A7-D76E-DD7A-F4FF4CED3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C004C-F7AA-26DB-8C47-B0FA6B803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t-Test: one sample, two independent samples and Paired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6B7062-9571-D965-693A-C63F6B6116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 err="1"/>
              <a:t>male_scores</a:t>
            </a:r>
            <a:r>
              <a:rPr lang="en-US" b="1" dirty="0"/>
              <a:t> = </a:t>
            </a:r>
            <a:r>
              <a:rPr lang="en-US" b="1" dirty="0" err="1"/>
              <a:t>df</a:t>
            </a:r>
            <a:r>
              <a:rPr lang="en-US" b="1" dirty="0"/>
              <a:t>[</a:t>
            </a:r>
            <a:r>
              <a:rPr lang="en-US" b="1" dirty="0" err="1"/>
              <a:t>df</a:t>
            </a:r>
            <a:r>
              <a:rPr lang="en-US" b="1" dirty="0"/>
              <a:t>['gender'] == 'male']['math score'] </a:t>
            </a:r>
          </a:p>
          <a:p>
            <a:pPr marL="0" indent="0">
              <a:buNone/>
            </a:pPr>
            <a:r>
              <a:rPr lang="en-US" dirty="0"/>
              <a:t>This line filters the </a:t>
            </a:r>
            <a:r>
              <a:rPr lang="en-US" dirty="0" err="1"/>
              <a:t>DataFrame</a:t>
            </a:r>
            <a:r>
              <a:rPr lang="en-US" dirty="0"/>
              <a:t> </a:t>
            </a:r>
            <a:r>
              <a:rPr lang="en-US" dirty="0" err="1"/>
              <a:t>df</a:t>
            </a:r>
            <a:r>
              <a:rPr lang="en-US" dirty="0"/>
              <a:t> to get only the rows where the 'gender' column is 'male' and selects the 'math score' column from these rows. The result is stored in a variable called </a:t>
            </a:r>
            <a:r>
              <a:rPr lang="en-US" dirty="0" err="1"/>
              <a:t>male_scores</a:t>
            </a:r>
            <a:r>
              <a:rPr lang="en-US" dirty="0"/>
              <a:t>, which represents the math scores of male students.</a:t>
            </a:r>
          </a:p>
          <a:p>
            <a:pPr marL="0" indent="0">
              <a:buNone/>
            </a:pPr>
            <a:r>
              <a:rPr lang="en-US" b="1" dirty="0"/>
              <a:t>print("Separate data for male students:")</a:t>
            </a:r>
          </a:p>
          <a:p>
            <a:pPr marL="0" indent="0">
              <a:buNone/>
            </a:pPr>
            <a:r>
              <a:rPr lang="en-US" b="1" dirty="0"/>
              <a:t>print(</a:t>
            </a:r>
            <a:r>
              <a:rPr lang="en-US" b="1" dirty="0" err="1"/>
              <a:t>male_scores</a:t>
            </a:r>
            <a:r>
              <a:rPr lang="en-US" b="1" dirty="0"/>
              <a:t>)</a:t>
            </a:r>
          </a:p>
          <a:p>
            <a:pPr marL="0" indent="0">
              <a:buNone/>
            </a:pPr>
            <a:r>
              <a:rPr lang="en-US" dirty="0"/>
              <a:t>These two lines print a message to indicate that the following data is for male students and then print the values stored in </a:t>
            </a:r>
            <a:r>
              <a:rPr lang="en-US" dirty="0" err="1"/>
              <a:t>male_scores</a:t>
            </a:r>
            <a:r>
              <a:rPr lang="en-US" dirty="0"/>
              <a:t>, which are the math scores of male students.</a:t>
            </a:r>
          </a:p>
          <a:p>
            <a:pPr marL="0" indent="0">
              <a:buNone/>
            </a:pPr>
            <a:r>
              <a:rPr lang="en-US" b="1" dirty="0" err="1"/>
              <a:t>female_scores</a:t>
            </a:r>
            <a:r>
              <a:rPr lang="en-US" b="1" dirty="0"/>
              <a:t> = </a:t>
            </a:r>
            <a:r>
              <a:rPr lang="en-US" b="1" dirty="0" err="1"/>
              <a:t>df</a:t>
            </a:r>
            <a:r>
              <a:rPr lang="en-US" b="1" dirty="0"/>
              <a:t>[</a:t>
            </a:r>
            <a:r>
              <a:rPr lang="en-US" b="1" dirty="0" err="1"/>
              <a:t>df</a:t>
            </a:r>
            <a:r>
              <a:rPr lang="en-US" b="1" dirty="0"/>
              <a:t>['gender'] == 'female']['math score'] </a:t>
            </a:r>
          </a:p>
          <a:p>
            <a:pPr marL="0" indent="0">
              <a:buNone/>
            </a:pPr>
            <a:r>
              <a:rPr lang="en-US" dirty="0"/>
              <a:t>Similar to the previous filtering for male scores, this line filters the </a:t>
            </a:r>
            <a:r>
              <a:rPr lang="en-US" dirty="0" err="1"/>
              <a:t>DataFrame</a:t>
            </a:r>
            <a:r>
              <a:rPr lang="en-US" dirty="0"/>
              <a:t> </a:t>
            </a:r>
            <a:r>
              <a:rPr lang="en-US" dirty="0" err="1"/>
              <a:t>df</a:t>
            </a:r>
            <a:r>
              <a:rPr lang="en-US" dirty="0"/>
              <a:t> to select rows where the 'gender' column is 'female' and extracts the 'math score' column from those rows. The scores are stored in the variable </a:t>
            </a:r>
            <a:r>
              <a:rPr lang="en-US" dirty="0" err="1"/>
              <a:t>female_scores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22006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1D1A0-AB13-85B8-9638-EA3B71938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042CC-7D08-4BFE-8CFF-2C454EA3E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t-Test: one sample, two independent samples and Paired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E7A6CB-EF04-3B10-DBED-2BEFED44DD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print("Separate data for female students")</a:t>
            </a:r>
          </a:p>
          <a:p>
            <a:pPr marL="0" indent="0">
              <a:buNone/>
            </a:pPr>
            <a:r>
              <a:rPr lang="en-US" b="1" dirty="0"/>
              <a:t>print(</a:t>
            </a:r>
            <a:r>
              <a:rPr lang="en-US" b="1" dirty="0" err="1"/>
              <a:t>female_scores</a:t>
            </a:r>
            <a:r>
              <a:rPr lang="en-US" b="1" dirty="0"/>
              <a:t>)</a:t>
            </a:r>
          </a:p>
          <a:p>
            <a:pPr marL="0" indent="0">
              <a:buNone/>
            </a:pPr>
            <a:r>
              <a:rPr lang="en-US" dirty="0"/>
              <a:t>These two lines print a message to indicate that the following data is for female students and then print the values stored in </a:t>
            </a:r>
            <a:r>
              <a:rPr lang="en-US" dirty="0" err="1"/>
              <a:t>female_scores</a:t>
            </a:r>
            <a:r>
              <a:rPr lang="en-US" dirty="0"/>
              <a:t>, which are the math scores of female students.</a:t>
            </a:r>
          </a:p>
          <a:p>
            <a:pPr marL="0" indent="0">
              <a:buNone/>
            </a:pPr>
            <a:r>
              <a:rPr lang="en-US" b="1" dirty="0" err="1"/>
              <a:t>t_statistic</a:t>
            </a:r>
            <a:r>
              <a:rPr lang="en-US" b="1" dirty="0"/>
              <a:t>, </a:t>
            </a:r>
            <a:r>
              <a:rPr lang="en-US" b="1" dirty="0" err="1"/>
              <a:t>p_value</a:t>
            </a:r>
            <a:r>
              <a:rPr lang="en-US" b="1" dirty="0"/>
              <a:t> = </a:t>
            </a:r>
            <a:r>
              <a:rPr lang="en-US" b="1" dirty="0" err="1"/>
              <a:t>ttest_ind</a:t>
            </a:r>
            <a:r>
              <a:rPr lang="en-US" b="1" dirty="0"/>
              <a:t>(</a:t>
            </a:r>
            <a:r>
              <a:rPr lang="en-US" b="1" dirty="0" err="1"/>
              <a:t>male_scores</a:t>
            </a:r>
            <a:r>
              <a:rPr lang="en-US" b="1" dirty="0"/>
              <a:t>, </a:t>
            </a:r>
            <a:r>
              <a:rPr lang="en-US" b="1" dirty="0" err="1"/>
              <a:t>female_scores</a:t>
            </a:r>
            <a:r>
              <a:rPr lang="en-US" b="1" dirty="0"/>
              <a:t>)</a:t>
            </a:r>
          </a:p>
          <a:p>
            <a:pPr marL="0" indent="0">
              <a:buNone/>
            </a:pPr>
            <a:r>
              <a:rPr lang="en-US" dirty="0"/>
              <a:t> Here, the </a:t>
            </a:r>
            <a:r>
              <a:rPr lang="en-US" dirty="0" err="1"/>
              <a:t>ttest_ind</a:t>
            </a:r>
            <a:r>
              <a:rPr lang="en-US" dirty="0"/>
              <a:t> function is called with the math scores of male and female students as arguments. It performs an independent t-test to compare the two groups' means and returns two values: the t-statistic (a measure of the difference between the groups) and the p-value (which helps determine if the difference is statistically significant). These two values are stored in the variables </a:t>
            </a:r>
            <a:r>
              <a:rPr lang="en-US" dirty="0" err="1"/>
              <a:t>t_statistic</a:t>
            </a:r>
            <a:r>
              <a:rPr lang="en-US" dirty="0"/>
              <a:t> and </a:t>
            </a:r>
            <a:r>
              <a:rPr lang="en-US" dirty="0" err="1"/>
              <a:t>p_value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print(</a:t>
            </a:r>
            <a:r>
              <a:rPr lang="en-US" b="1" dirty="0" err="1"/>
              <a:t>f'T</a:t>
            </a:r>
            <a:r>
              <a:rPr lang="en-US" b="1" dirty="0"/>
              <a:t>-Statistic: {</a:t>
            </a:r>
            <a:r>
              <a:rPr lang="en-US" b="1" dirty="0" err="1"/>
              <a:t>t_statistic</a:t>
            </a:r>
            <a:r>
              <a:rPr lang="en-US" b="1" dirty="0"/>
              <a:t>}') </a:t>
            </a:r>
          </a:p>
          <a:p>
            <a:pPr marL="0" indent="0">
              <a:buNone/>
            </a:pPr>
            <a:r>
              <a:rPr lang="en-US" dirty="0"/>
              <a:t>This line prints the calculated t-statistic, allowing us to see the result of the t-test.</a:t>
            </a:r>
          </a:p>
          <a:p>
            <a:pPr marL="0" indent="0">
              <a:buNone/>
            </a:pPr>
            <a:r>
              <a:rPr lang="en-US" b="1" dirty="0"/>
              <a:t>print(</a:t>
            </a:r>
            <a:r>
              <a:rPr lang="en-US" b="1" dirty="0" err="1"/>
              <a:t>f'P</a:t>
            </a:r>
            <a:r>
              <a:rPr lang="en-US" b="1" dirty="0"/>
              <a:t>-Value: {</a:t>
            </a:r>
            <a:r>
              <a:rPr lang="en-US" b="1" dirty="0" err="1"/>
              <a:t>p_value</a:t>
            </a:r>
            <a:r>
              <a:rPr lang="en-US" b="1" dirty="0"/>
              <a:t>}')</a:t>
            </a:r>
          </a:p>
          <a:p>
            <a:pPr marL="0" indent="0">
              <a:buNone/>
            </a:pPr>
            <a:r>
              <a:rPr lang="en-US" dirty="0"/>
              <a:t>This line prints the calculated p-value, providing information on the statistical significance of the results.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22771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B986C-C4AA-EEA4-7E68-B9A21CC6F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B80EB-380B-1D79-7E04-4E227B32D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t-Test: one sample, two independent samples and Paired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32CA2A-386E-87D9-E296-19A99ED62B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alpha = 0.05 </a:t>
            </a:r>
          </a:p>
          <a:p>
            <a:pPr marL="0" indent="0">
              <a:buNone/>
            </a:pPr>
            <a:r>
              <a:rPr lang="en-US" dirty="0"/>
              <a:t> This line sets a significance level, denoted as alpha, at 0.05. This means we are willing to accept a 5% chance of making a Type I error (incorrectly rejecting the null hypothesis).</a:t>
            </a:r>
          </a:p>
          <a:p>
            <a:pPr marL="0" indent="0">
              <a:buNone/>
            </a:pPr>
            <a:r>
              <a:rPr lang="en-US" b="1" dirty="0"/>
              <a:t>if </a:t>
            </a:r>
            <a:r>
              <a:rPr lang="en-US" b="1" dirty="0" err="1"/>
              <a:t>p_value</a:t>
            </a:r>
            <a:r>
              <a:rPr lang="en-US" b="1" dirty="0"/>
              <a:t> &lt; alpha:</a:t>
            </a:r>
          </a:p>
          <a:p>
            <a:pPr marL="0" indent="0">
              <a:buNone/>
            </a:pPr>
            <a:r>
              <a:rPr lang="en-US" dirty="0"/>
              <a:t> This line checks if the p-value calculated from the t-test is less than the alpha level (0.05). If it is, it suggests that there is a statistically significant difference between the two groups.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b="1" dirty="0"/>
              <a:t>print("There is a significant difference in math scores between male and female students.")</a:t>
            </a:r>
          </a:p>
          <a:p>
            <a:pPr marL="0" indent="0">
              <a:buNone/>
            </a:pPr>
            <a:r>
              <a:rPr lang="en-US" dirty="0"/>
              <a:t> If the previous condition is true (p-value is less than alpha), this line prints a message indicating that there is a significant difference in math scores between male and female students.</a:t>
            </a:r>
          </a:p>
          <a:p>
            <a:pPr marL="0" indent="0">
              <a:buNone/>
            </a:pPr>
            <a:r>
              <a:rPr lang="en-US" b="1" dirty="0"/>
              <a:t>else:</a:t>
            </a:r>
          </a:p>
          <a:p>
            <a:pPr marL="0" indent="0">
              <a:buNone/>
            </a:pPr>
            <a:r>
              <a:rPr lang="en-US" dirty="0"/>
              <a:t>This line starts the alternative action in case the condition in the if statement is not met.</a:t>
            </a:r>
          </a:p>
          <a:p>
            <a:pPr marL="0" indent="0">
              <a:buNone/>
            </a:pPr>
            <a:r>
              <a:rPr lang="en-US" b="1" dirty="0"/>
              <a:t>print("There is no significant difference in math scores between male and female students.")</a:t>
            </a:r>
          </a:p>
          <a:p>
            <a:pPr marL="0" indent="0">
              <a:buNone/>
            </a:pPr>
            <a:r>
              <a:rPr lang="en-US" dirty="0"/>
              <a:t>If the p-value is not less than alpha, this line prints a message indicating that there is no significant difference in math scores between male and female students.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11644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CC6E-135E-5EC6-E3AF-686E236D2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ANOVA Comparing Multiple Groups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7FDC4-2F44-8D73-57CB-262CD8828A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7459"/>
            <a:ext cx="10515600" cy="542281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/>
              <a:t>import pandas as pd</a:t>
            </a:r>
          </a:p>
          <a:p>
            <a:pPr marL="0" indent="0">
              <a:buNone/>
            </a:pPr>
            <a:r>
              <a:rPr lang="en-IN" b="1" dirty="0"/>
              <a:t>from </a:t>
            </a:r>
            <a:r>
              <a:rPr lang="en-IN" b="1" dirty="0" err="1"/>
              <a:t>scipy.stats</a:t>
            </a:r>
            <a:r>
              <a:rPr lang="en-IN" b="1" dirty="0"/>
              <a:t> import </a:t>
            </a:r>
            <a:r>
              <a:rPr lang="en-IN" b="1" dirty="0" err="1"/>
              <a:t>f_oneway</a:t>
            </a:r>
            <a:endParaRPr lang="en-IN" b="1" dirty="0"/>
          </a:p>
          <a:p>
            <a:pPr marL="0" indent="0">
              <a:buNone/>
            </a:pPr>
            <a:r>
              <a:rPr lang="en-IN" b="1" dirty="0" err="1"/>
              <a:t>df</a:t>
            </a:r>
            <a:r>
              <a:rPr lang="en-IN" b="1" dirty="0"/>
              <a:t> = </a:t>
            </a:r>
            <a:r>
              <a:rPr lang="en-IN" b="1" dirty="0" err="1"/>
              <a:t>pd.read_csv</a:t>
            </a:r>
            <a:r>
              <a:rPr lang="en-IN" b="1" dirty="0"/>
              <a:t>('StudentsPerformance.csv')</a:t>
            </a:r>
          </a:p>
          <a:p>
            <a:pPr marL="0" indent="0">
              <a:buNone/>
            </a:pPr>
            <a:r>
              <a:rPr lang="en-IN" b="1" dirty="0" err="1"/>
              <a:t>ethnicity_groups</a:t>
            </a:r>
            <a:r>
              <a:rPr lang="en-IN" b="1" dirty="0"/>
              <a:t> = </a:t>
            </a:r>
            <a:r>
              <a:rPr lang="en-IN" b="1" dirty="0" err="1"/>
              <a:t>df</a:t>
            </a:r>
            <a:r>
              <a:rPr lang="en-IN" b="1" dirty="0"/>
              <a:t>['ethnicity'].unique() </a:t>
            </a:r>
          </a:p>
          <a:p>
            <a:pPr marL="0" indent="0">
              <a:buNone/>
            </a:pPr>
            <a:r>
              <a:rPr lang="en-IN" b="1" dirty="0"/>
              <a:t>print("Math scores for each </a:t>
            </a:r>
            <a:r>
              <a:rPr lang="en-IN" b="1" dirty="0" err="1"/>
              <a:t>ethnicity_groups</a:t>
            </a:r>
            <a:r>
              <a:rPr lang="en-IN" b="1" dirty="0"/>
              <a:t>")</a:t>
            </a:r>
          </a:p>
          <a:p>
            <a:pPr marL="0" indent="0">
              <a:buNone/>
            </a:pPr>
            <a:r>
              <a:rPr lang="en-IN" b="1" dirty="0" err="1"/>
              <a:t>ethnicity_data</a:t>
            </a:r>
            <a:r>
              <a:rPr lang="en-IN" b="1" dirty="0"/>
              <a:t> = {ethnicity: </a:t>
            </a:r>
            <a:r>
              <a:rPr lang="en-IN" b="1" dirty="0" err="1"/>
              <a:t>df</a:t>
            </a:r>
            <a:r>
              <a:rPr lang="en-IN" b="1" dirty="0"/>
              <a:t>[</a:t>
            </a:r>
            <a:r>
              <a:rPr lang="en-IN" b="1" dirty="0" err="1"/>
              <a:t>df</a:t>
            </a:r>
            <a:r>
              <a:rPr lang="en-IN" b="1" dirty="0"/>
              <a:t>['ethnicity'] == ethnicity]['math score'] for ethnicity in </a:t>
            </a:r>
            <a:r>
              <a:rPr lang="en-IN" b="1" dirty="0" err="1"/>
              <a:t>ethnicity_groups</a:t>
            </a:r>
            <a:r>
              <a:rPr lang="en-IN" b="1" dirty="0"/>
              <a:t>}</a:t>
            </a:r>
          </a:p>
          <a:p>
            <a:pPr marL="0" indent="0">
              <a:buNone/>
            </a:pPr>
            <a:r>
              <a:rPr lang="en-IN" b="1" dirty="0"/>
              <a:t>print(</a:t>
            </a:r>
            <a:r>
              <a:rPr lang="en-IN" b="1" dirty="0" err="1"/>
              <a:t>ethnicity_data</a:t>
            </a:r>
            <a:r>
              <a:rPr lang="en-IN" b="1" dirty="0"/>
              <a:t>)</a:t>
            </a:r>
          </a:p>
          <a:p>
            <a:pPr marL="0" indent="0">
              <a:buNone/>
            </a:pPr>
            <a:r>
              <a:rPr lang="en-IN" b="1" dirty="0" err="1"/>
              <a:t>f_statistic</a:t>
            </a:r>
            <a:r>
              <a:rPr lang="en-IN" b="1" dirty="0"/>
              <a:t>, </a:t>
            </a:r>
            <a:r>
              <a:rPr lang="en-IN" b="1" dirty="0" err="1"/>
              <a:t>p_value_anova</a:t>
            </a:r>
            <a:r>
              <a:rPr lang="en-IN" b="1" dirty="0"/>
              <a:t> = </a:t>
            </a:r>
            <a:r>
              <a:rPr lang="en-IN" b="1" dirty="0" err="1"/>
              <a:t>f_oneway</a:t>
            </a:r>
            <a:r>
              <a:rPr lang="en-IN" b="1" dirty="0"/>
              <a:t>(*</a:t>
            </a:r>
            <a:r>
              <a:rPr lang="en-IN" b="1" dirty="0" err="1"/>
              <a:t>ethnicity_data.values</a:t>
            </a:r>
            <a:r>
              <a:rPr lang="en-IN" b="1" dirty="0"/>
              <a:t>())</a:t>
            </a:r>
          </a:p>
          <a:p>
            <a:pPr marL="0" indent="0">
              <a:buNone/>
            </a:pPr>
            <a:r>
              <a:rPr lang="en-IN" b="1" dirty="0"/>
              <a:t>print(</a:t>
            </a:r>
            <a:r>
              <a:rPr lang="en-IN" b="1" dirty="0" err="1"/>
              <a:t>f'F</a:t>
            </a:r>
            <a:r>
              <a:rPr lang="en-IN" b="1" dirty="0"/>
              <a:t>-Statistic: {</a:t>
            </a:r>
            <a:r>
              <a:rPr lang="en-IN" b="1" dirty="0" err="1"/>
              <a:t>f_statistic</a:t>
            </a:r>
            <a:r>
              <a:rPr lang="en-IN" b="1" dirty="0"/>
              <a:t>}') </a:t>
            </a:r>
          </a:p>
          <a:p>
            <a:pPr marL="0" indent="0">
              <a:buNone/>
            </a:pPr>
            <a:r>
              <a:rPr lang="en-IN" b="1" dirty="0"/>
              <a:t>print(</a:t>
            </a:r>
            <a:r>
              <a:rPr lang="en-IN" b="1" dirty="0" err="1"/>
              <a:t>f'P</a:t>
            </a:r>
            <a:r>
              <a:rPr lang="en-IN" b="1" dirty="0"/>
              <a:t>-Value (ANOVA): {</a:t>
            </a:r>
            <a:r>
              <a:rPr lang="en-IN" b="1" dirty="0" err="1"/>
              <a:t>p_value_anova</a:t>
            </a:r>
            <a:r>
              <a:rPr lang="en-IN" b="1" dirty="0"/>
              <a:t>}')</a:t>
            </a:r>
          </a:p>
          <a:p>
            <a:pPr marL="0" indent="0">
              <a:buNone/>
            </a:pPr>
            <a:r>
              <a:rPr lang="en-IN" b="1" dirty="0"/>
              <a:t>if </a:t>
            </a:r>
            <a:r>
              <a:rPr lang="en-IN" b="1" dirty="0" err="1"/>
              <a:t>p_value_anova</a:t>
            </a:r>
            <a:r>
              <a:rPr lang="en-IN" b="1" dirty="0"/>
              <a:t> &lt; alpha:</a:t>
            </a:r>
          </a:p>
          <a:p>
            <a:pPr marL="0" indent="0">
              <a:buNone/>
            </a:pPr>
            <a:r>
              <a:rPr lang="en-IN" b="1" dirty="0"/>
              <a:t>    print("There is a significant difference in math scores among different ethnicities.") </a:t>
            </a:r>
          </a:p>
          <a:p>
            <a:pPr marL="0" indent="0">
              <a:buNone/>
            </a:pPr>
            <a:r>
              <a:rPr lang="en-IN" b="1" dirty="0"/>
              <a:t>else:</a:t>
            </a:r>
          </a:p>
          <a:p>
            <a:pPr marL="0" indent="0">
              <a:buNone/>
            </a:pPr>
            <a:r>
              <a:rPr lang="en-IN" b="1" dirty="0"/>
              <a:t>    print("There is no significant difference in math scores among different ethnicities.")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46284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9E23A-1E3A-BE24-F298-E4D2BCEA6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AF22D-2D29-B5A6-B689-DBAFEED28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ANOVA Comparing Multiple Groups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FC233-0E47-48BE-3AC6-D368174615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7459"/>
            <a:ext cx="10515600" cy="542281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import pandas as pd</a:t>
            </a:r>
          </a:p>
          <a:p>
            <a:pPr marL="0" indent="0">
              <a:buNone/>
            </a:pPr>
            <a:r>
              <a:rPr lang="en-US" dirty="0"/>
              <a:t> This line imports the pandas library and gives it the alias pd. Pandas is a powerful library in Python used for data manipulation and analysis.</a:t>
            </a:r>
          </a:p>
          <a:p>
            <a:pPr marL="0" indent="0">
              <a:buNone/>
            </a:pPr>
            <a:r>
              <a:rPr lang="en-US" b="1" dirty="0"/>
              <a:t>from </a:t>
            </a:r>
            <a:r>
              <a:rPr lang="en-US" b="1" dirty="0" err="1"/>
              <a:t>scipy.stats</a:t>
            </a:r>
            <a:r>
              <a:rPr lang="en-US" b="1" dirty="0"/>
              <a:t> import </a:t>
            </a:r>
            <a:r>
              <a:rPr lang="en-US" b="1" dirty="0" err="1"/>
              <a:t>f_oneway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Here, the code imports the </a:t>
            </a:r>
            <a:r>
              <a:rPr lang="en-US" dirty="0" err="1"/>
              <a:t>f_oneway</a:t>
            </a:r>
            <a:r>
              <a:rPr lang="en-US" dirty="0"/>
              <a:t> function from the </a:t>
            </a:r>
            <a:r>
              <a:rPr lang="en-US" dirty="0" err="1"/>
              <a:t>scipy.stats</a:t>
            </a:r>
            <a:r>
              <a:rPr lang="en-US" dirty="0"/>
              <a:t> module. This function is used to perform a one-way ANOVA (Analysis of Variance), which is a statistical method to determine if there are any statistically significant differences between the means of three or more independent groups.</a:t>
            </a:r>
          </a:p>
          <a:p>
            <a:pPr marL="0" indent="0">
              <a:buNone/>
            </a:pPr>
            <a:r>
              <a:rPr lang="en-US" b="1" dirty="0" err="1"/>
              <a:t>df</a:t>
            </a:r>
            <a:r>
              <a:rPr lang="en-US" b="1" dirty="0"/>
              <a:t> = </a:t>
            </a:r>
            <a:r>
              <a:rPr lang="en-US" b="1" dirty="0" err="1"/>
              <a:t>pd.read_csv</a:t>
            </a:r>
            <a:r>
              <a:rPr lang="en-US" b="1" dirty="0"/>
              <a:t>('StudentsPerformance.csv')</a:t>
            </a:r>
          </a:p>
          <a:p>
            <a:pPr marL="0" indent="0">
              <a:buNone/>
            </a:pPr>
            <a:r>
              <a:rPr lang="en-US" dirty="0"/>
              <a:t>This line reads a CSV (Comma-Separated Values) file named 'StudentsPerformance.csv' into a pandas </a:t>
            </a:r>
            <a:r>
              <a:rPr lang="en-US" dirty="0" err="1"/>
              <a:t>DataFrame</a:t>
            </a:r>
            <a:r>
              <a:rPr lang="en-US" dirty="0"/>
              <a:t>, which is a 2-dimensional labeled data structure similar to a table in a database.</a:t>
            </a:r>
          </a:p>
          <a:p>
            <a:pPr marL="0" indent="0">
              <a:buNone/>
            </a:pPr>
            <a:r>
              <a:rPr lang="en-US" b="1" dirty="0" err="1"/>
              <a:t>ethnicity_groups</a:t>
            </a:r>
            <a:r>
              <a:rPr lang="en-US" b="1" dirty="0"/>
              <a:t> = </a:t>
            </a:r>
            <a:r>
              <a:rPr lang="en-US" b="1" dirty="0" err="1"/>
              <a:t>df</a:t>
            </a:r>
            <a:r>
              <a:rPr lang="en-US" b="1" dirty="0"/>
              <a:t>['ethnicity'].unique() </a:t>
            </a:r>
          </a:p>
          <a:p>
            <a:pPr marL="0" indent="0">
              <a:buNone/>
            </a:pPr>
            <a:r>
              <a:rPr lang="en-US" dirty="0"/>
              <a:t>Here, the code extracts the unique values from the 'ethnicity' column of the </a:t>
            </a:r>
            <a:r>
              <a:rPr lang="en-US" dirty="0" err="1"/>
              <a:t>DataFrame</a:t>
            </a:r>
            <a:r>
              <a:rPr lang="en-US" dirty="0"/>
              <a:t> </a:t>
            </a:r>
            <a:r>
              <a:rPr lang="en-US" dirty="0" err="1"/>
              <a:t>df</a:t>
            </a:r>
            <a:r>
              <a:rPr lang="en-US" dirty="0"/>
              <a:t>. This will give us a list of different ethnicities present in the dataset.</a:t>
            </a:r>
          </a:p>
          <a:p>
            <a:pPr marL="0" indent="0">
              <a:buNone/>
            </a:pPr>
            <a:r>
              <a:rPr lang="en-US" b="1" dirty="0"/>
              <a:t>print("Math scores for each </a:t>
            </a:r>
            <a:r>
              <a:rPr lang="en-US" b="1" dirty="0" err="1"/>
              <a:t>ethnicity_groups</a:t>
            </a:r>
            <a:r>
              <a:rPr lang="en-US" b="1" dirty="0"/>
              <a:t>")</a:t>
            </a:r>
          </a:p>
          <a:p>
            <a:pPr marL="0" indent="0">
              <a:buNone/>
            </a:pPr>
            <a:r>
              <a:rPr lang="en-US" dirty="0"/>
              <a:t>This line prints a message to the console indicating that math scores for each ethnicity group will be displayed next.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144173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B9CDB-4D14-60A8-F560-55BDDCE5C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6FC07-82B9-FBF5-BDA2-53AF04C48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IN" dirty="0"/>
              <a:t>ANOVA Comparing Multiple Groups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A04714-45D7-89D6-4CAD-2817834D90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7777"/>
            <a:ext cx="10515600" cy="5828171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 err="1"/>
              <a:t>ethnicity_data</a:t>
            </a:r>
            <a:r>
              <a:rPr lang="en-US" b="1" dirty="0"/>
              <a:t> = {ethnicity: </a:t>
            </a:r>
            <a:r>
              <a:rPr lang="en-US" b="1" dirty="0" err="1"/>
              <a:t>df</a:t>
            </a:r>
            <a:r>
              <a:rPr lang="en-US" b="1" dirty="0"/>
              <a:t>[</a:t>
            </a:r>
            <a:r>
              <a:rPr lang="en-US" b="1" dirty="0" err="1"/>
              <a:t>df</a:t>
            </a:r>
            <a:r>
              <a:rPr lang="en-US" b="1" dirty="0"/>
              <a:t>['ethnicity'] == ethnicity]['math score'] for ethnicity in </a:t>
            </a:r>
            <a:r>
              <a:rPr lang="en-US" b="1" dirty="0" err="1"/>
              <a:t>ethnicity_groups</a:t>
            </a:r>
            <a:r>
              <a:rPr lang="en-US" b="1" dirty="0"/>
              <a:t>}</a:t>
            </a:r>
          </a:p>
          <a:p>
            <a:pPr marL="0" indent="0">
              <a:buNone/>
            </a:pPr>
            <a:r>
              <a:rPr lang="en-US" dirty="0"/>
              <a:t>This line creates a dictionary called </a:t>
            </a:r>
            <a:r>
              <a:rPr lang="en-US" dirty="0" err="1"/>
              <a:t>ethnicity_data</a:t>
            </a:r>
            <a:r>
              <a:rPr lang="en-US" dirty="0"/>
              <a:t>. The keys of the dictionary are the unique ethnicities, and the values are the corresponding math scores for students of that ethnicity. The code is using a dictionary comprehension to filter the </a:t>
            </a:r>
            <a:r>
              <a:rPr lang="en-US" dirty="0" err="1"/>
              <a:t>DataFrame</a:t>
            </a:r>
            <a:r>
              <a:rPr lang="en-US" dirty="0"/>
              <a:t> for each ethnicity and extract their math scores.</a:t>
            </a:r>
          </a:p>
          <a:p>
            <a:pPr marL="0" indent="0">
              <a:buNone/>
            </a:pPr>
            <a:r>
              <a:rPr lang="en-US" b="1" dirty="0"/>
              <a:t>print(</a:t>
            </a:r>
            <a:r>
              <a:rPr lang="en-US" b="1" dirty="0" err="1"/>
              <a:t>ethnicity_data</a:t>
            </a:r>
            <a:r>
              <a:rPr lang="en-US" b="1" dirty="0"/>
              <a:t>)</a:t>
            </a:r>
          </a:p>
          <a:p>
            <a:pPr marL="0" indent="0">
              <a:buNone/>
            </a:pPr>
            <a:r>
              <a:rPr lang="en-US" dirty="0"/>
              <a:t>This prints out the </a:t>
            </a:r>
            <a:r>
              <a:rPr lang="en-US" dirty="0" err="1"/>
              <a:t>ethnicity_data</a:t>
            </a:r>
            <a:r>
              <a:rPr lang="en-US" dirty="0"/>
              <a:t> dictionary to the console, showing the math scores associated with each ethnicity group.</a:t>
            </a:r>
          </a:p>
          <a:p>
            <a:pPr marL="0" indent="0">
              <a:buNone/>
            </a:pPr>
            <a:r>
              <a:rPr lang="en-US" b="1" dirty="0" err="1"/>
              <a:t>f_statistic</a:t>
            </a:r>
            <a:r>
              <a:rPr lang="en-US" b="1" dirty="0"/>
              <a:t>, </a:t>
            </a:r>
            <a:r>
              <a:rPr lang="en-US" b="1" dirty="0" err="1"/>
              <a:t>p_value_anova</a:t>
            </a:r>
            <a:r>
              <a:rPr lang="en-US" b="1" dirty="0"/>
              <a:t> = </a:t>
            </a:r>
            <a:r>
              <a:rPr lang="en-US" b="1" dirty="0" err="1"/>
              <a:t>f_oneway</a:t>
            </a:r>
            <a:r>
              <a:rPr lang="en-US" b="1" dirty="0"/>
              <a:t>(*</a:t>
            </a:r>
            <a:r>
              <a:rPr lang="en-US" b="1" dirty="0" err="1"/>
              <a:t>ethnicity_data.values</a:t>
            </a:r>
            <a:r>
              <a:rPr lang="en-US" b="1" dirty="0"/>
              <a:t>())</a:t>
            </a:r>
          </a:p>
          <a:p>
            <a:pPr marL="0" indent="0">
              <a:buNone/>
            </a:pPr>
            <a:r>
              <a:rPr lang="en-US" dirty="0"/>
              <a:t>This line runs the one-way ANOVA test using the </a:t>
            </a:r>
            <a:r>
              <a:rPr lang="en-US" dirty="0" err="1"/>
              <a:t>f_oneway</a:t>
            </a:r>
            <a:r>
              <a:rPr lang="en-US" dirty="0"/>
              <a:t> function, passing in the math scores for each ethnicity group as arguments. The * operator unpacks the dictionary values, feeding them individually into the function. The results are stored in the variables </a:t>
            </a:r>
            <a:r>
              <a:rPr lang="en-US" dirty="0" err="1"/>
              <a:t>f_statistic</a:t>
            </a:r>
            <a:r>
              <a:rPr lang="en-US" dirty="0"/>
              <a:t> and </a:t>
            </a:r>
            <a:r>
              <a:rPr lang="en-US" dirty="0" err="1"/>
              <a:t>p_value_anova</a:t>
            </a:r>
            <a:r>
              <a:rPr lang="en-US" dirty="0"/>
              <a:t>, representing the F-statistic and the p-value from the ANOVA test, respectively.</a:t>
            </a:r>
          </a:p>
          <a:p>
            <a:pPr marL="0" indent="0">
              <a:buNone/>
            </a:pPr>
            <a:r>
              <a:rPr lang="en-US" b="1" dirty="0"/>
              <a:t>print(</a:t>
            </a:r>
            <a:r>
              <a:rPr lang="en-US" b="1" dirty="0" err="1"/>
              <a:t>f'F</a:t>
            </a:r>
            <a:r>
              <a:rPr lang="en-US" b="1" dirty="0"/>
              <a:t>-Statistic: {</a:t>
            </a:r>
            <a:r>
              <a:rPr lang="en-US" b="1" dirty="0" err="1"/>
              <a:t>f_statistic</a:t>
            </a:r>
            <a:r>
              <a:rPr lang="en-US" b="1" dirty="0"/>
              <a:t>}') </a:t>
            </a:r>
          </a:p>
          <a:p>
            <a:pPr marL="0" indent="0">
              <a:buNone/>
            </a:pPr>
            <a:r>
              <a:rPr lang="en-US" dirty="0"/>
              <a:t>This line prints out the F-statistic calculated from the ANOVA test. The F-statistic helps to determine whether the variance between group means is significantly larger than the variance within the groups.</a:t>
            </a:r>
          </a:p>
          <a:p>
            <a:pPr marL="0" indent="0">
              <a:buNone/>
            </a:pPr>
            <a:r>
              <a:rPr lang="en-US" b="1" dirty="0"/>
              <a:t>print(</a:t>
            </a:r>
            <a:r>
              <a:rPr lang="en-US" b="1" dirty="0" err="1"/>
              <a:t>f'P</a:t>
            </a:r>
            <a:r>
              <a:rPr lang="en-US" b="1" dirty="0"/>
              <a:t>-Value (ANOVA): {</a:t>
            </a:r>
            <a:r>
              <a:rPr lang="en-US" b="1" dirty="0" err="1"/>
              <a:t>p_value_anova</a:t>
            </a:r>
            <a:r>
              <a:rPr lang="en-US" b="1" dirty="0"/>
              <a:t>}’)</a:t>
            </a:r>
          </a:p>
          <a:p>
            <a:pPr marL="0" indent="0">
              <a:buNone/>
            </a:pPr>
            <a:r>
              <a:rPr lang="en-US" dirty="0"/>
              <a:t>Similar to the previous line, this prints the p-value associated with the ANOVA test. The p-value helps to indicate the significance of the results.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85717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B73A5-D468-78C8-7F0D-597604557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D86B3-47D3-5730-9BBE-4AE4CFE73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IN" dirty="0"/>
              <a:t>ANOVA Comparing Multiple Groups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27F5FE-E6AF-C4BB-1E17-BC725508BD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7777"/>
            <a:ext cx="10515600" cy="5828171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alpha = 0.05</a:t>
            </a:r>
          </a:p>
          <a:p>
            <a:pPr marL="0" indent="0">
              <a:buNone/>
            </a:pPr>
            <a:r>
              <a:rPr lang="en-US" dirty="0"/>
              <a:t>This line sets a significance level (alpha) of 0.05. This means that if the p-value is less than 0.05, we will consider the results statistically significant.</a:t>
            </a:r>
          </a:p>
          <a:p>
            <a:pPr marL="0" indent="0">
              <a:buNone/>
            </a:pPr>
            <a:r>
              <a:rPr lang="en-US" b="1" dirty="0"/>
              <a:t>if </a:t>
            </a:r>
            <a:r>
              <a:rPr lang="en-US" b="1" dirty="0" err="1"/>
              <a:t>p_value_anova</a:t>
            </a:r>
            <a:r>
              <a:rPr lang="en-US" b="1" dirty="0"/>
              <a:t> &lt; alpha:</a:t>
            </a:r>
          </a:p>
          <a:p>
            <a:pPr marL="0" indent="0">
              <a:buNone/>
            </a:pPr>
            <a:r>
              <a:rPr lang="en-US" dirty="0"/>
              <a:t>This line checks if the p-value obtained from the ANOVA test is less than the alpha level (0.05). If it is, it suggests that there is a statistically significant difference between the two groups.</a:t>
            </a:r>
          </a:p>
          <a:p>
            <a:pPr marL="0" indent="0">
              <a:buNone/>
            </a:pPr>
            <a:r>
              <a:rPr lang="en-US" b="1" dirty="0"/>
              <a:t>print("There is a significant difference in math scores among different ethnicities.")</a:t>
            </a:r>
          </a:p>
          <a:p>
            <a:pPr marL="0" indent="0">
              <a:buNone/>
            </a:pPr>
            <a:r>
              <a:rPr lang="en-US" dirty="0"/>
              <a:t> If the condition is true (</a:t>
            </a:r>
            <a:r>
              <a:rPr lang="en-US" dirty="0" err="1"/>
              <a:t>p_value_anova</a:t>
            </a:r>
            <a:r>
              <a:rPr lang="en-US" dirty="0"/>
              <a:t> &lt; alpha), this line prints a message indicating that there is a significant difference in math scores among different ethnic groups.</a:t>
            </a:r>
          </a:p>
          <a:p>
            <a:pPr marL="0" indent="0">
              <a:buNone/>
            </a:pPr>
            <a:r>
              <a:rPr lang="en-US" b="1" dirty="0"/>
              <a:t>else:</a:t>
            </a:r>
          </a:p>
          <a:p>
            <a:pPr marL="0" indent="0">
              <a:buNone/>
            </a:pPr>
            <a:r>
              <a:rPr lang="en-US" dirty="0"/>
              <a:t>This line starts the alternative path of execution if the if-condition was not met (i.e., the p-value is not less than alpha).</a:t>
            </a:r>
          </a:p>
          <a:p>
            <a:pPr marL="0" indent="0">
              <a:buNone/>
            </a:pPr>
            <a:r>
              <a:rPr lang="en-US" b="1" dirty="0"/>
              <a:t>print("There is no significant difference in math scores among different ethnicities.")</a:t>
            </a:r>
          </a:p>
          <a:p>
            <a:pPr marL="0" indent="0">
              <a:buNone/>
            </a:pPr>
            <a:r>
              <a:rPr lang="en-US" dirty="0"/>
              <a:t>If the p-value is not less than 0.05, this line prints a message indicating that there is no significant difference in math scores among different ethnicities.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02673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1854</Words>
  <Application>Microsoft Office PowerPoint</Application>
  <PresentationFormat>Widescreen</PresentationFormat>
  <Paragraphs>103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DA LAB PYTHON 2</vt:lpstr>
      <vt:lpstr>t-Test: one sample, two independent samples and Paired</vt:lpstr>
      <vt:lpstr>t-Test: one sample, two independent samples and Paired</vt:lpstr>
      <vt:lpstr>t-Test: one sample, two independent samples and Paired</vt:lpstr>
      <vt:lpstr>t-Test: one sample, two independent samples and Paired</vt:lpstr>
      <vt:lpstr>t-Test: one sample, two independent samples and Paired</vt:lpstr>
      <vt:lpstr>ANOVA Comparing Multiple Groups</vt:lpstr>
      <vt:lpstr>ANOVA Comparing Multiple Groups</vt:lpstr>
      <vt:lpstr>ANOVA Comparing Multiple Groups</vt:lpstr>
      <vt:lpstr>ANOVA Comparing Multiple Groups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KARTIK BADARINARAYANA</dc:creator>
  <cp:lastModifiedBy>KARTIK BADARINARAYANA</cp:lastModifiedBy>
  <cp:revision>10</cp:revision>
  <dcterms:created xsi:type="dcterms:W3CDTF">2024-12-20T04:20:05Z</dcterms:created>
  <dcterms:modified xsi:type="dcterms:W3CDTF">2024-12-20T04:58:59Z</dcterms:modified>
</cp:coreProperties>
</file>